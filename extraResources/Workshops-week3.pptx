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0"/>
  </p:notesMasterIdLst>
  <p:sldIdLst>
    <p:sldId id="257" r:id="rId3"/>
    <p:sldId id="268" r:id="rId4"/>
    <p:sldId id="269" r:id="rId5"/>
    <p:sldId id="270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349D8-FE83-4AF1-84FD-A18D09539366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D6A90-DA12-4740-AEF9-09E251BA30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42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NL" altLang="nl-N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E6081-4718-43A4-8092-B0E3C5F1C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5D53233-8D3D-490E-8B82-396A8A31A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10D0BC-4723-4D86-9484-C58645F3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7C5DC9-A3EB-466E-BB0F-271CC7A4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118547C-2BD7-4DF1-A742-0B98E22F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10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27A6F-587D-43B7-9B56-30A8FFB6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9617C94-1CD3-45CB-91C7-6A6CFD627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B69FE7-8982-43FE-9A39-23A5B26D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CE874-8406-4559-8BA1-D046431C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033EE6E-7795-4A02-922F-E8EF3C29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021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A07B2-E9CD-4BF1-9AAD-307FB2FF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61D1530-06DB-4AAA-A163-24213226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F5C126C-8EB0-4B96-93C3-B2044E96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01024F-E6CF-4C84-8C98-68688CA7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8911190-67C5-448D-94B6-042F8D08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35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4A1C0-E861-444F-A5FB-CF14A704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55F88A-6935-4B16-A27F-920D4DD29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98F47BA-8C60-4A04-8D3D-348F95BD2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283FF44-EC94-41D6-B329-4E7511DD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FDC28FD-B4B3-429B-828B-A28A2909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11A859-62E5-4272-8EB8-6DE02870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17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E2051-2A50-41FB-8842-C8167369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A06C30-7ECE-420A-B13C-CCE9837FB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E161E7E-B6E7-476D-A912-0227BFF57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C3CA02E-ADF5-4519-A1F3-B3BAD12EE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AD0202B-C424-48E7-BEB7-AB37113B8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4E0A4A3-5069-4D46-A5BD-9F169E9F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AA4CEB7-0833-47FE-ACA4-B641E352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4128E56-480F-458B-B20B-BE3CE333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468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84657-6923-467D-831A-18915DAE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46E5341-8E5A-49E3-8D46-186B64632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2605437-0153-4442-A421-54BDC6AA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665E95D-DF58-406C-90E8-A2A332EF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97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68ED0F6-192E-4906-9228-B69E79D7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50C26DE-A19A-4F86-9BC2-B0F24235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D7B063-9C63-427E-9F58-8D6EDFDF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982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90741-9156-4051-B28D-2901D127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9545E0-9FED-407A-A9A9-B5211853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1A1E785-DFC6-4E5D-9484-58ABE9AC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850B861-E92B-4F08-9A3C-A1F0CA59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BAE85FB-5943-494F-9460-9C44303B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5A971C1-8629-4CF6-9067-58EFCE48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593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3BD3E-EEA5-4E15-AE79-8E11E01A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B9862DF-61A1-455F-8D18-C1433D4B2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9154B9F-35A4-40ED-A7F5-C46354040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09FBEAE-536D-476D-89F5-B47C6B1C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D9235B6-BD54-46B8-BE3F-B4763E642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5F04FA5-400A-477E-B98D-4A367A10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0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3446E-859A-40CA-8BB3-86E4B147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743F53-32DB-4887-822F-5FF9CB029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CB97521-65A6-4A7B-920F-2B2FB505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49DB45-DA7F-4049-B0CB-3E1F256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C889B2-16D4-41E9-9509-BAE78E96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134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753E2B9-20F9-45C8-AF89-D9C9439A3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65C0351-27A7-4F7F-B84D-86D2D5B8B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1F567F-33A4-47B5-BE3C-0F3DCDFF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78347F1-0617-434D-A6D4-E07D6BFB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437A80-2385-4793-B063-25BDAB4B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8170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 tekstbl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pKleurvlakOnder"/>
          <p:cNvSpPr>
            <a:spLocks noChangeArrowheads="1"/>
          </p:cNvSpPr>
          <p:nvPr userDrawn="1"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5" name="shpTekst"/>
          <p:cNvSpPr>
            <a:spLocks noChangeArrowheads="1"/>
          </p:cNvSpPr>
          <p:nvPr userDrawn="1"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pic>
        <p:nvPicPr>
          <p:cNvPr id="6" name="shpDatum" descr="RO__vervolgpagina~LPP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067" y="1233039"/>
            <a:ext cx="10462717" cy="57150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600" spc="-60" baseline="0">
                <a:solidFill>
                  <a:srgbClr val="2494C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3" name="Tijdelijke aanduiding voor inhoud 2"/>
          <p:cNvSpPr>
            <a:spLocks noGrp="1"/>
          </p:cNvSpPr>
          <p:nvPr>
            <p:ph idx="1"/>
          </p:nvPr>
        </p:nvSpPr>
        <p:spPr>
          <a:xfrm>
            <a:off x="493144" y="1798626"/>
            <a:ext cx="10477573" cy="4273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179388" indent="-179388">
              <a:buFont typeface="Arial" pitchFamily="34" charset="0"/>
              <a:buChar char="•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396000" indent="-252000">
              <a:buFontTx/>
              <a:buBlip>
                <a:blip r:embed="rId3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539750" indent="-144000">
              <a:buSzPct val="100000"/>
              <a:buFontTx/>
              <a:buBlip>
                <a:blip r:embed="rId4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shpTitel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  <p:sp>
        <p:nvSpPr>
          <p:cNvPr id="8" name="shpKleurvlakBoven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  <p:sp>
        <p:nvSpPr>
          <p:cNvPr id="9" name="shpBeeldmerk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4F0AE-21D7-4A6C-ABCA-006413C10275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3430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355183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068493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992370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591301" y="3155951"/>
            <a:ext cx="2222500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9017001" y="3155951"/>
            <a:ext cx="2224617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958248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507005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890146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418342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624324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550872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832474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10075334" y="2500313"/>
            <a:ext cx="1166284" cy="371475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572251" y="2500313"/>
            <a:ext cx="3299883" cy="371475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6520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3AD2254-F6EE-499F-BB17-35B2FBFD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D71B614-D92B-489C-A92A-898ABBE1D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DF0D70-C4F2-4352-AB96-9F7BD1045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60FF9-1E05-445F-9375-F0CDFCF23908}" type="datetimeFigureOut">
              <a:rPr lang="nl-NL" smtClean="0"/>
              <a:t>18-1-2023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73DCC50-F819-41FE-B610-CF058C457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9DFDB2-161A-42C3-8A34-E40311CF1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090F9-9824-4F2B-A927-2B9A92E590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455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pKleurvlak"/>
          <p:cNvSpPr>
            <a:spLocks noChangeArrowheads="1"/>
          </p:cNvSpPr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181253" name="shpDatum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72251" y="6380164"/>
            <a:ext cx="49530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>
                <a:cs typeface="Arial" charset="0"/>
              </a:rPr>
              <a:t>Afdelingsoverleg Projectmanagement 16-02-2016</a:t>
            </a:r>
          </a:p>
        </p:txBody>
      </p:sp>
      <p:sp>
        <p:nvSpPr>
          <p:cNvPr id="3076" name="shpTitel"/>
          <p:cNvSpPr>
            <a:spLocks noGrp="1" noChangeArrowheads="1"/>
          </p:cNvSpPr>
          <p:nvPr>
            <p:ph type="title"/>
          </p:nvPr>
        </p:nvSpPr>
        <p:spPr bwMode="auto">
          <a:xfrm>
            <a:off x="6572251" y="2500313"/>
            <a:ext cx="4669367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te bewerken</a:t>
            </a:r>
          </a:p>
        </p:txBody>
      </p:sp>
      <p:sp>
        <p:nvSpPr>
          <p:cNvPr id="3077" name="shpTekst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91300" y="3155951"/>
            <a:ext cx="4650317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</p:txBody>
      </p:sp>
      <p:pic>
        <p:nvPicPr>
          <p:cNvPr id="3078" name="Picture 11" descr="DUO pand 5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8" descr="Logo_Powerpoint_diap_nl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64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9pPr>
    </p:titleStyle>
    <p:bodyStyle>
      <a:lvl1pPr marL="241300" indent="-241300" algn="l" rtl="0" eaLnBrk="0" fontAlgn="base" hangingPunct="0">
        <a:spcBef>
          <a:spcPct val="0"/>
        </a:spcBef>
        <a:spcAft>
          <a:spcPct val="0"/>
        </a:spcAft>
        <a:buSzPct val="80000"/>
        <a:buChar char="•"/>
        <a:defRPr>
          <a:solidFill>
            <a:srgbClr val="FFFFFF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5"/>
        </a:buBlip>
        <a:defRPr>
          <a:solidFill>
            <a:srgbClr val="FFFFFF"/>
          </a:solidFill>
          <a:latin typeface="+mn-lt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6"/>
        </a:buBlip>
        <a:defRPr>
          <a:solidFill>
            <a:srgbClr val="FFFFFF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7"/>
        </a:buBlip>
        <a:defRPr>
          <a:solidFill>
            <a:srgbClr val="FFFFFF"/>
          </a:solidFill>
          <a:latin typeface="+mn-lt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311900" y="2924176"/>
            <a:ext cx="4356100" cy="1296913"/>
          </a:xfrm>
        </p:spPr>
        <p:txBody>
          <a:bodyPr/>
          <a:lstStyle/>
          <a:p>
            <a:br>
              <a:rPr lang="nl-NL" altLang="nl-NL" sz="2200" dirty="0"/>
            </a:br>
            <a:br>
              <a:rPr lang="nl-NL" altLang="nl-NL" sz="2200" dirty="0"/>
            </a:br>
            <a:r>
              <a:rPr lang="nl-NL" altLang="nl-NL" sz="2200" dirty="0"/>
              <a:t>Workshops week 3</a:t>
            </a:r>
            <a:br>
              <a:rPr lang="nl-NL" altLang="nl-NL" sz="2200" dirty="0"/>
            </a:br>
            <a:br>
              <a:rPr lang="nl-NL" altLang="nl-NL" sz="2200" dirty="0"/>
            </a:br>
            <a:br>
              <a:rPr lang="nl-NL" altLang="nl-NL" sz="1400" dirty="0"/>
            </a:br>
            <a:r>
              <a:rPr lang="nl-NL" altLang="nl-NL" sz="1400" dirty="0"/>
              <a:t>Door: Fedde van der List</a:t>
            </a:r>
          </a:p>
        </p:txBody>
      </p:sp>
    </p:spTree>
    <p:extLst>
      <p:ext uri="{BB962C8B-B14F-4D97-AF65-F5344CB8AC3E}">
        <p14:creationId xmlns:p14="http://schemas.microsoft.com/office/powerpoint/2010/main" val="24527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5352E7-B994-495A-8358-5CF5B03C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Vragen over vorige week?</a:t>
            </a:r>
          </a:p>
        </p:txBody>
      </p:sp>
      <p:pic>
        <p:nvPicPr>
          <p:cNvPr id="5" name="Tijdelijke aanduiding voor inhoud 4" descr="Afbeelding met tekst, persoon, buiten, teken&#10;&#10;Automatisch gegenereerde beschrijving">
            <a:extLst>
              <a:ext uri="{FF2B5EF4-FFF2-40B4-BE49-F238E27FC236}">
                <a16:creationId xmlns:a16="http://schemas.microsoft.com/office/drawing/2014/main" id="{BEAE1A36-276E-4CF3-873B-87F54A9C8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82570"/>
            <a:ext cx="7225748" cy="529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6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781DF-5ADB-49DC-8607-11F81C12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onderwerpen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0D636AF-C8CC-4825-9DB6-C8FC22E9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 status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Testen</a:t>
            </a:r>
            <a:r>
              <a:rPr lang="en-US" dirty="0"/>
              <a:t> van API’s met Postman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341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95B531-346F-436C-ABFF-135CFA70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API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528247-0789-4C25-AFF4-E8AE774A9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application</a:t>
            </a:r>
            <a:r>
              <a:rPr lang="nl-NL" dirty="0"/>
              <a:t> </a:t>
            </a:r>
            <a:r>
              <a:rPr lang="nl-NL" dirty="0" err="1"/>
              <a:t>programming</a:t>
            </a:r>
            <a:r>
              <a:rPr lang="nl-NL" dirty="0"/>
              <a:t>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https://spec.openapis.org/oas/v3.1.0</a:t>
            </a:r>
          </a:p>
        </p:txBody>
      </p:sp>
    </p:spTree>
    <p:extLst>
      <p:ext uri="{BB962C8B-B14F-4D97-AF65-F5344CB8AC3E}">
        <p14:creationId xmlns:p14="http://schemas.microsoft.com/office/powerpoint/2010/main" val="151360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BBE49-4987-4553-94D0-EF203CB0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RESTful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96695C-F7AC-42E5-8DED-1FB850EA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Representational</a:t>
            </a:r>
            <a:r>
              <a:rPr lang="nl-NL" dirty="0"/>
              <a:t> State Transfer (REST)</a:t>
            </a:r>
          </a:p>
        </p:txBody>
      </p:sp>
    </p:spTree>
    <p:extLst>
      <p:ext uri="{BB962C8B-B14F-4D97-AF65-F5344CB8AC3E}">
        <p14:creationId xmlns:p14="http://schemas.microsoft.com/office/powerpoint/2010/main" val="150645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02E11-7EE1-46F9-997A-FBF2283C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status codes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F90ACF-CB54-4C21-88CE-271CA8A8D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100-199 </a:t>
            </a:r>
            <a:r>
              <a:rPr lang="en-US" dirty="0" err="1"/>
              <a:t>Informatie</a:t>
            </a:r>
            <a:r>
              <a:rPr lang="en-US" dirty="0"/>
              <a:t>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200-299 </a:t>
            </a:r>
            <a:r>
              <a:rPr lang="en-US" dirty="0" err="1"/>
              <a:t>Succes</a:t>
            </a:r>
            <a:r>
              <a:rPr lang="en-US" dirty="0"/>
              <a:t>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300-399 </a:t>
            </a:r>
            <a:r>
              <a:rPr lang="en-US" dirty="0" err="1"/>
              <a:t>Doorstuur</a:t>
            </a:r>
            <a:r>
              <a:rPr lang="en-US" dirty="0"/>
              <a:t>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400-499 Client (</a:t>
            </a:r>
            <a:r>
              <a:rPr lang="en-US" dirty="0" err="1"/>
              <a:t>gebruikers</a:t>
            </a:r>
            <a:r>
              <a:rPr lang="en-US" dirty="0"/>
              <a:t>) error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500-599 Server error codes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561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9D49D-EB46-441C-B82B-4555EED3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Testen</a:t>
            </a:r>
            <a:r>
              <a:rPr lang="en-US" dirty="0"/>
              <a:t> van API’s met Postman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FA4321-002F-491A-8A26-9818AC35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 body (</a:t>
            </a:r>
            <a:r>
              <a:rPr lang="en-US" dirty="0" err="1"/>
              <a:t>json</a:t>
            </a:r>
            <a:r>
              <a:rPr lang="en-US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 headers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29257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houd bullet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Inhoud bulle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nhoud bullet 1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24C2B0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20B09F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2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8AE8B"/>
        </a:accent1>
        <a:accent2>
          <a:srgbClr val="2494C5"/>
        </a:accent2>
        <a:accent3>
          <a:srgbClr val="FFFFFF"/>
        </a:accent3>
        <a:accent4>
          <a:srgbClr val="000000"/>
        </a:accent4>
        <a:accent5>
          <a:srgbClr val="B4D3C4"/>
        </a:accent5>
        <a:accent6>
          <a:srgbClr val="2086B2"/>
        </a:accent6>
        <a:hlink>
          <a:srgbClr val="9ACCD4"/>
        </a:hlink>
        <a:folHlink>
          <a:srgbClr val="A100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3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58AE8B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4F9D7D"/>
        </a:accent6>
        <a:hlink>
          <a:srgbClr val="2494C5"/>
        </a:hlink>
        <a:folHlink>
          <a:srgbClr val="9ACC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94</Words>
  <Application>Microsoft Office PowerPoint</Application>
  <PresentationFormat>Breedbeeld</PresentationFormat>
  <Paragraphs>30</Paragraphs>
  <Slides>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Kantoorthema</vt:lpstr>
      <vt:lpstr>Inhoud bullet</vt:lpstr>
      <vt:lpstr>  Workshops week 3   Door: Fedde van der List</vt:lpstr>
      <vt:lpstr>Vragen over vorige week?</vt:lpstr>
      <vt:lpstr>De onderwerpen</vt:lpstr>
      <vt:lpstr>Wat is een API </vt:lpstr>
      <vt:lpstr>RESTful</vt:lpstr>
      <vt:lpstr>HTTP status codes</vt:lpstr>
      <vt:lpstr>Testen van API’s met Postman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List F van der, Fedde</dc:creator>
  <cp:lastModifiedBy>List F van der, Fedde</cp:lastModifiedBy>
  <cp:revision>8</cp:revision>
  <dcterms:created xsi:type="dcterms:W3CDTF">2023-01-02T09:12:37Z</dcterms:created>
  <dcterms:modified xsi:type="dcterms:W3CDTF">2023-01-18T12:47:56Z</dcterms:modified>
</cp:coreProperties>
</file>
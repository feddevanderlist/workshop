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_rels/slideLayout3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6.xml.rels" ContentType="application/vnd.openxmlformats-package.relationships+xml"/>
  <Override PartName="/ppt/slideLayouts/slideLayout2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1.jpeg" ContentType="image/jpe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5.xml.rels" ContentType="application/vnd.openxmlformats-package.relationships+xml"/>
  <Override PartName="/ppt/slides/_rels/slide3.xml.rels" ContentType="application/vnd.openxmlformats-package.relationships+xml"/>
  <Override PartName="/ppt/slides/_rels/slide14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93200" y="1798560"/>
            <a:ext cx="10476720" cy="42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10476720" cy="42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5112360" cy="42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5861520" y="1798560"/>
            <a:ext cx="5112360" cy="42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491040" y="1233000"/>
            <a:ext cx="10461960" cy="264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861520" y="1798560"/>
            <a:ext cx="5112360" cy="42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93200" y="4030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5112360" cy="42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861520" y="1798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861520" y="4030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5861520" y="1798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93200" y="4030560"/>
            <a:ext cx="1047672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1047672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93200" y="4030560"/>
            <a:ext cx="1047672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861520" y="1798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493200" y="4030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5861520" y="4030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337320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035600" y="1798560"/>
            <a:ext cx="337320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7577640" y="1798560"/>
            <a:ext cx="337320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493200" y="4030560"/>
            <a:ext cx="337320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035600" y="4030560"/>
            <a:ext cx="337320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7577640" y="4030560"/>
            <a:ext cx="337320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FF8E9E-9382-4D1D-902F-962037A45C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93200" y="1798560"/>
            <a:ext cx="10476720" cy="42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93351A-DFEE-451E-A0FB-3253B2316F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10476720" cy="42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9338B2-D570-41C0-AC49-595A0357CD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5112360" cy="42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5861520" y="1798560"/>
            <a:ext cx="5112360" cy="42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1E165F-5995-44B3-8230-6469508E7F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AE3290-A39F-406B-8643-FC5889F599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91040" y="1233000"/>
            <a:ext cx="10461960" cy="264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2DD1BB-8966-4238-A88B-83FE2FD251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861520" y="1798560"/>
            <a:ext cx="5112360" cy="42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93200" y="4030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5F5D26-A82D-4DCE-9252-4D6FA5AE90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5112360" cy="42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861520" y="1798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861520" y="4030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0D7E34-25D8-45BD-993D-0E8F633F24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861520" y="1798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93200" y="4030560"/>
            <a:ext cx="1047672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1D2AC3-35B2-4315-8BE3-935B71269B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1047672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93200" y="4030560"/>
            <a:ext cx="1047672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493751-30C6-4748-A615-E17C09CF97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5861520" y="1798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493200" y="4030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5861520" y="4030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DE1F01-30A1-4970-8A23-C34A5EE11D3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337320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035600" y="1798560"/>
            <a:ext cx="337320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7577640" y="1798560"/>
            <a:ext cx="337320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493200" y="4030560"/>
            <a:ext cx="337320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4035600" y="4030560"/>
            <a:ext cx="337320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7577640" y="4030560"/>
            <a:ext cx="337320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D40C5E-1399-4091-A595-E22D4301B44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3AC7AD-764E-4162-8F15-958F893453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493200" y="1798560"/>
            <a:ext cx="10476720" cy="42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95AF7F-D4C0-410C-BB54-84275DDD33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10476720" cy="42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714E11-ACC2-475F-8FDF-15EACBA0FD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5112360" cy="42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5861520" y="1798560"/>
            <a:ext cx="5112360" cy="42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8FF0CE-231C-4C1F-9FE5-14E949D245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2FA61B-46E5-4070-8B3A-613B7486B5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ubTitle"/>
          </p:nvPr>
        </p:nvSpPr>
        <p:spPr>
          <a:xfrm>
            <a:off x="491040" y="1233000"/>
            <a:ext cx="10461960" cy="264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576F27-1190-4A29-9270-18C37608EB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5861520" y="1798560"/>
            <a:ext cx="5112360" cy="42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493200" y="4030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DE2082-3A34-4108-A8C1-8DF5D1A151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5112360" cy="42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5861520" y="1798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5861520" y="4030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C34865-3D9A-4FE0-B734-05C65F4BC8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5861520" y="1798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493200" y="4030560"/>
            <a:ext cx="1047672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F0FCCF-90C7-48E5-9849-AC87F8D21F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1047672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493200" y="4030560"/>
            <a:ext cx="1047672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02926E-548B-4125-8E6A-C326D37D1A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5861520" y="1798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493200" y="4030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/>
          </p:nvPr>
        </p:nvSpPr>
        <p:spPr>
          <a:xfrm>
            <a:off x="5861520" y="4030560"/>
            <a:ext cx="511236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E7708A-07EC-4AAD-94E7-9063EC5DBD1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91040" y="1206000"/>
            <a:ext cx="104619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337320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4035600" y="1798560"/>
            <a:ext cx="337320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/>
          </p:nvPr>
        </p:nvSpPr>
        <p:spPr>
          <a:xfrm>
            <a:off x="7577640" y="1798560"/>
            <a:ext cx="337320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/>
          </p:nvPr>
        </p:nvSpPr>
        <p:spPr>
          <a:xfrm>
            <a:off x="493200" y="4030560"/>
            <a:ext cx="337320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/>
          </p:nvPr>
        </p:nvSpPr>
        <p:spPr>
          <a:xfrm>
            <a:off x="4035600" y="4030560"/>
            <a:ext cx="337320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7"/>
          <p:cNvSpPr>
            <a:spLocks noGrp="1"/>
          </p:cNvSpPr>
          <p:nvPr>
            <p:ph/>
          </p:nvPr>
        </p:nvSpPr>
        <p:spPr>
          <a:xfrm>
            <a:off x="7577640" y="4030560"/>
            <a:ext cx="3373200" cy="20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BB5B04-0523-45EF-8DC4-FD09A10DDEC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pKleurvlak"/>
          <p:cNvSpPr/>
          <p:nvPr/>
        </p:nvSpPr>
        <p:spPr>
          <a:xfrm>
            <a:off x="6095880" y="0"/>
            <a:ext cx="6095160" cy="6857280"/>
          </a:xfrm>
          <a:prstGeom prst="rect">
            <a:avLst/>
          </a:prstGeom>
          <a:solidFill>
            <a:srgbClr val="046f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nl-NL" sz="1800" spc="-1" strike="noStrike">
              <a:solidFill>
                <a:srgbClr val="ffffff"/>
              </a:solidFill>
              <a:latin typeface="Verdana"/>
              <a:ea typeface="DejaVu Sans"/>
            </a:endParaRPr>
          </a:p>
        </p:txBody>
      </p:sp>
      <p:pic>
        <p:nvPicPr>
          <p:cNvPr id="1" name="Picture 11" descr="DUO pand 5"/>
          <p:cNvPicPr/>
          <p:nvPr/>
        </p:nvPicPr>
        <p:blipFill>
          <a:blip r:embed="rId2"/>
          <a:stretch/>
        </p:blipFill>
        <p:spPr>
          <a:xfrm>
            <a:off x="0" y="0"/>
            <a:ext cx="6095160" cy="6857280"/>
          </a:xfrm>
          <a:prstGeom prst="rect">
            <a:avLst/>
          </a:prstGeom>
          <a:ln w="0">
            <a:noFill/>
          </a:ln>
        </p:spPr>
      </p:pic>
      <p:pic>
        <p:nvPicPr>
          <p:cNvPr id="2" name="Picture 8" descr="Logo_Powerpoint_diap_nl"/>
          <p:cNvPicPr/>
          <p:nvPr/>
        </p:nvPicPr>
        <p:blipFill>
          <a:blip r:embed="rId3"/>
          <a:stretch/>
        </p:blipFill>
        <p:spPr>
          <a:xfrm>
            <a:off x="0" y="0"/>
            <a:ext cx="12191400" cy="20012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dt" idx="1"/>
          </p:nvPr>
        </p:nvSpPr>
        <p:spPr>
          <a:xfrm>
            <a:off x="6572160" y="6380280"/>
            <a:ext cx="4952160" cy="36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pKleurvlakOnder"/>
          <p:cNvSpPr/>
          <p:nvPr/>
        </p:nvSpPr>
        <p:spPr>
          <a:xfrm>
            <a:off x="0" y="6318360"/>
            <a:ext cx="12191400" cy="538920"/>
          </a:xfrm>
          <a:prstGeom prst="rect">
            <a:avLst/>
          </a:prstGeom>
          <a:solidFill>
            <a:srgbClr val="046f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nl-NL" sz="1800" spc="-1" strike="noStrike">
              <a:solidFill>
                <a:srgbClr val="ffffff"/>
              </a:solidFill>
              <a:latin typeface="Verdana"/>
              <a:ea typeface="DejaVu Sans"/>
            </a:endParaRPr>
          </a:p>
        </p:txBody>
      </p:sp>
      <p:sp>
        <p:nvSpPr>
          <p:cNvPr id="43" name="shpTekst"/>
          <p:cNvSpPr/>
          <p:nvPr/>
        </p:nvSpPr>
        <p:spPr>
          <a:xfrm>
            <a:off x="0" y="0"/>
            <a:ext cx="12191400" cy="1071000"/>
          </a:xfrm>
          <a:prstGeom prst="rect">
            <a:avLst/>
          </a:prstGeom>
          <a:solidFill>
            <a:srgbClr val="046f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nl-NL" sz="1800" spc="-1" strike="noStrike">
              <a:solidFill>
                <a:srgbClr val="ffffff"/>
              </a:solidFill>
              <a:latin typeface="Verdana"/>
              <a:ea typeface="DejaVu Sans"/>
            </a:endParaRPr>
          </a:p>
        </p:txBody>
      </p:sp>
      <p:pic>
        <p:nvPicPr>
          <p:cNvPr id="44" name="shpDatum" descr="RO__vervolgpagina~LPPT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85644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NL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2596CA-ADF2-4267-888D-93E98719AAFF}" type="slidenum">
              <a:rPr b="0" lang="nl-NL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pKleurvlakOnder"/>
          <p:cNvSpPr/>
          <p:nvPr/>
        </p:nvSpPr>
        <p:spPr>
          <a:xfrm>
            <a:off x="0" y="6318360"/>
            <a:ext cx="12191400" cy="538920"/>
          </a:xfrm>
          <a:prstGeom prst="rect">
            <a:avLst/>
          </a:prstGeom>
          <a:solidFill>
            <a:srgbClr val="046f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nl-NL" sz="1800" spc="-1" strike="noStrike">
              <a:solidFill>
                <a:srgbClr val="ffffff"/>
              </a:solidFill>
              <a:latin typeface="Verdana"/>
              <a:ea typeface="DejaVu Sans"/>
            </a:endParaRPr>
          </a:p>
        </p:txBody>
      </p:sp>
      <p:sp>
        <p:nvSpPr>
          <p:cNvPr id="87" name="shpTekst"/>
          <p:cNvSpPr/>
          <p:nvPr/>
        </p:nvSpPr>
        <p:spPr>
          <a:xfrm>
            <a:off x="0" y="0"/>
            <a:ext cx="12191400" cy="1071000"/>
          </a:xfrm>
          <a:prstGeom prst="rect">
            <a:avLst/>
          </a:prstGeom>
          <a:solidFill>
            <a:srgbClr val="046f9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nl-NL" sz="1800" spc="-1" strike="noStrike">
              <a:solidFill>
                <a:srgbClr val="ffffff"/>
              </a:solidFill>
              <a:latin typeface="Verdana"/>
              <a:ea typeface="DejaVu Sans"/>
            </a:endParaRPr>
          </a:p>
        </p:txBody>
      </p:sp>
      <p:pic>
        <p:nvPicPr>
          <p:cNvPr id="88" name="shpDatum" descr="RO__vervolgpagina~LPPT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856440"/>
          </a:xfrm>
          <a:prstGeom prst="rect">
            <a:avLst/>
          </a:prstGeom>
          <a:ln w="0">
            <a:noFill/>
          </a:ln>
        </p:spPr>
      </p:pic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91040" y="1233000"/>
            <a:ext cx="10461960" cy="57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93200" y="1798560"/>
            <a:ext cx="10476720" cy="42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nl-NL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7343F7-35F8-4F33-9200-7F9D3D0A8B02}" type="slidenum">
              <a:rPr b="0" lang="nl-NL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311880" y="2924280"/>
            <a:ext cx="4355280" cy="1296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br>
              <a:rPr sz="2200"/>
            </a:br>
            <a:br>
              <a:rPr sz="2200"/>
            </a:br>
            <a:r>
              <a:rPr b="0" lang="nl-NL" sz="2200" spc="-1" strike="noStrike">
                <a:solidFill>
                  <a:srgbClr val="ffffff"/>
                </a:solidFill>
                <a:latin typeface="Verdana"/>
              </a:rPr>
              <a:t>Workshops week 5</a:t>
            </a:r>
            <a:br>
              <a:rPr sz="2200"/>
            </a:br>
            <a:br>
              <a:rPr sz="2200"/>
            </a:br>
            <a:br>
              <a:rPr sz="1400"/>
            </a:br>
            <a:r>
              <a:rPr b="0" lang="nl-NL" sz="1400" spc="-1" strike="noStrike">
                <a:solidFill>
                  <a:srgbClr val="ffffff"/>
                </a:solidFill>
                <a:latin typeface="Verdana"/>
              </a:rPr>
              <a:t>Door: Fedde van der List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1" name="Rectangle 9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2" name="Rectangle 11"/>
          <p:cNvSpPr/>
          <p:nvPr/>
        </p:nvSpPr>
        <p:spPr>
          <a:xfrm flipH="1" rot="5400000">
            <a:off x="-1418040" y="1418040"/>
            <a:ext cx="6874920" cy="403992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2f5597"/>
              </a:gs>
            </a:gsLst>
            <a:lin ang="13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3" name="Rectangle 13"/>
          <p:cNvSpPr/>
          <p:nvPr/>
        </p:nvSpPr>
        <p:spPr>
          <a:xfrm rot="16200000">
            <a:off x="-158040" y="2661120"/>
            <a:ext cx="4354920" cy="4037760"/>
          </a:xfrm>
          <a:prstGeom prst="rect">
            <a:avLst/>
          </a:prstGeom>
          <a:gradFill rotWithShape="0">
            <a:gsLst>
              <a:gs pos="0">
                <a:srgbClr val="4472c4">
                  <a:alpha val="50196"/>
                </a:srgbClr>
              </a:gs>
              <a:gs pos="100000">
                <a:srgbClr val="203864">
                  <a:alpha val="0"/>
                </a:srgbClr>
              </a:gs>
            </a:gsLst>
            <a:lin ang="6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4" name="Rectangle 15"/>
          <p:cNvSpPr/>
          <p:nvPr/>
        </p:nvSpPr>
        <p:spPr>
          <a:xfrm flipH="1" rot="16200000">
            <a:off x="-1180440" y="1637640"/>
            <a:ext cx="6856920" cy="3580560"/>
          </a:xfrm>
          <a:prstGeom prst="rect">
            <a:avLst/>
          </a:prstGeom>
          <a:gradFill rotWithShape="0">
            <a:gsLst>
              <a:gs pos="31000">
                <a:srgbClr val="4472c4">
                  <a:alpha val="0"/>
                </a:srgbClr>
              </a:gs>
              <a:gs pos="100000">
                <a:srgbClr val="000000">
                  <a:alpha val="59215"/>
                </a:srgbClr>
              </a:gs>
            </a:gsLst>
            <a:lin ang="18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5" name="Freeform: Shape 17"/>
          <p:cNvSpPr/>
          <p:nvPr/>
        </p:nvSpPr>
        <p:spPr>
          <a:xfrm rot="6097800">
            <a:off x="-745920" y="1200600"/>
            <a:ext cx="4807440" cy="4087800"/>
          </a:xfrm>
          <a:custGeom>
            <a:avLst/>
            <a:gdLst>
              <a:gd name="textAreaLeft" fmla="*/ 0 w 4807440"/>
              <a:gd name="textAreaRight" fmla="*/ 4808160 w 4807440"/>
              <a:gd name="textAreaTop" fmla="*/ 0 h 4087800"/>
              <a:gd name="textAreaBottom" fmla="*/ 4088520 h 4087800"/>
            </a:gdLst>
            <a:ahLst/>
            <a:rect l="textAreaLeft" t="textAreaTop" r="textAreaRight" b="textAreaBottom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 rotWithShape="0">
            <a:gsLst>
              <a:gs pos="39000">
                <a:srgbClr val="8faadc">
                  <a:alpha val="0"/>
                </a:srgbClr>
              </a:gs>
              <a:gs pos="100000">
                <a:srgbClr val="2f5597">
                  <a:alpha val="26274"/>
                </a:srgbClr>
              </a:gs>
            </a:gsLst>
            <a:lin ang="3096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59880" y="2766960"/>
            <a:ext cx="2880000" cy="3071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nl-NL" sz="4000" spc="-60" strike="noStrike">
                <a:solidFill>
                  <a:srgbClr val="ffffff"/>
                </a:solidFill>
                <a:latin typeface="Calibri Light"/>
              </a:rPr>
              <a:t>Vragen over vorige week?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91040" y="1233000"/>
            <a:ext cx="10461960" cy="57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nl-NL" sz="2600" spc="-60" strike="noStrike">
                <a:solidFill>
                  <a:srgbClr val="2494c5"/>
                </a:solidFill>
                <a:latin typeface="Verdana"/>
                <a:ea typeface="Verdana"/>
              </a:rPr>
              <a:t>De onderwerpen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10476720" cy="427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Feature files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Beslistabellen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Cypress.io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91040" y="1233000"/>
            <a:ext cx="10461960" cy="57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nl-NL" sz="2600" spc="-60" strike="noStrike">
                <a:solidFill>
                  <a:srgbClr val="2494c5"/>
                </a:solidFill>
                <a:latin typeface="Verdana"/>
                <a:ea typeface="Verdana"/>
              </a:rPr>
              <a:t>Feature files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95720" y="1804320"/>
            <a:ext cx="10476720" cy="427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8584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Beter bekend als gherkins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Een manier om testen te schrijven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1" name="" descr=""/>
          <p:cNvPicPr/>
          <p:nvPr/>
        </p:nvPicPr>
        <p:blipFill>
          <a:blip r:embed="rId1"/>
          <a:stretch/>
        </p:blipFill>
        <p:spPr>
          <a:xfrm>
            <a:off x="4572000" y="1658520"/>
            <a:ext cx="7619760" cy="451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91040" y="1233000"/>
            <a:ext cx="10461960" cy="57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nl-NL" sz="2600" spc="-60" strike="noStrike">
                <a:solidFill>
                  <a:srgbClr val="2494c5"/>
                </a:solidFill>
                <a:latin typeface="Verdana"/>
                <a:ea typeface="Verdana"/>
              </a:rPr>
              <a:t>De nederlandse gherkin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10476720" cy="427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Stel (given) : Uitgangssituatie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Als (When) : actie/handeling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Dan (Then) : verwacht resultaat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En (And) : extra stap voor de bovengenoemde stappen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91040" y="1233000"/>
            <a:ext cx="10461960" cy="57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nl-NL" sz="2600" spc="-60" strike="noStrike">
                <a:solidFill>
                  <a:srgbClr val="2494c5"/>
                </a:solidFill>
                <a:latin typeface="Verdana"/>
                <a:ea typeface="Verdana"/>
              </a:rPr>
              <a:t>Voorbeeld uit vorige week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493200" y="1798560"/>
            <a:ext cx="10476720" cy="427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8584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Login op outlook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Stel (given) 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Als (When) 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Dan (Then) 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En (And) 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91040" y="1233000"/>
            <a:ext cx="10461960" cy="57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nl-NL" sz="2600" spc="-60" strike="noStrike">
                <a:solidFill>
                  <a:srgbClr val="2494c5"/>
                </a:solidFill>
                <a:latin typeface="Verdana"/>
                <a:ea typeface="Verdana"/>
              </a:rPr>
              <a:t>Beslis tabel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493200" y="1670400"/>
            <a:ext cx="10476720" cy="427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8584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Manier om verschillende combinaties uit te schrijven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Snelle en handige manier om verschillende flows te maken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91040" y="1233000"/>
            <a:ext cx="10461960" cy="57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nl-NL" sz="2600" spc="-60" strike="noStrike">
                <a:solidFill>
                  <a:srgbClr val="2494c5"/>
                </a:solidFill>
                <a:latin typeface="Verdana"/>
                <a:ea typeface="Verdana"/>
              </a:rPr>
              <a:t>Beslis tabel tips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476280" y="1670400"/>
            <a:ext cx="10476720" cy="427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8584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Plaats in de linkerrij altijd een stelling die je kan beantwoorden met ja/nee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0" name=""/>
          <p:cNvGraphicFramePr/>
          <p:nvPr/>
        </p:nvGraphicFramePr>
        <p:xfrm>
          <a:off x="747000" y="2560680"/>
          <a:ext cx="10911600" cy="4608000"/>
        </p:xfrm>
        <a:graphic>
          <a:graphicData uri="http://schemas.openxmlformats.org/drawingml/2006/table">
            <a:tbl>
              <a:tblPr/>
              <a:tblGrid>
                <a:gridCol w="2887560"/>
                <a:gridCol w="970200"/>
                <a:gridCol w="689400"/>
                <a:gridCol w="871560"/>
                <a:gridCol w="825120"/>
                <a:gridCol w="910080"/>
                <a:gridCol w="935280"/>
                <a:gridCol w="935280"/>
                <a:gridCol w="935280"/>
              </a:tblGrid>
              <a:tr h="6220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Conditie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Test 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Test 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Test 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Test 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Test 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Test 6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200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Ik ben een mens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nee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nee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nee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nee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200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Ik ben langer dan 50 cm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nee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nee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Nee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nee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200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Ik houdt van muziek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nee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nee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nee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nee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200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Uitkomst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91040" y="1233000"/>
            <a:ext cx="10461960" cy="57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nl-NL" sz="2600" spc="-60" strike="noStrike">
                <a:solidFill>
                  <a:srgbClr val="2494c5"/>
                </a:solidFill>
                <a:latin typeface="Verdana"/>
                <a:ea typeface="Verdana"/>
              </a:rPr>
              <a:t>Beslistabel voorbeeld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493200" y="1670400"/>
            <a:ext cx="10476720" cy="427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Stel ik moet een login scherm testen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Eerst bekijken we alle opties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Wat kun je invullen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Wat zijn je uitkomsten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91040" y="1233000"/>
            <a:ext cx="10461960" cy="57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nl-NL" sz="2600" spc="-60" strike="noStrike">
                <a:solidFill>
                  <a:srgbClr val="2494c5"/>
                </a:solidFill>
                <a:latin typeface="Verdana"/>
                <a:ea typeface="Verdana"/>
              </a:rPr>
              <a:t>Uitkomst beslistabel voorbeeld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493200" y="1670400"/>
            <a:ext cx="10476720" cy="427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" descr=""/>
          <p:cNvPicPr/>
          <p:nvPr/>
        </p:nvPicPr>
        <p:blipFill>
          <a:blip r:embed="rId1"/>
          <a:stretch/>
        </p:blipFill>
        <p:spPr>
          <a:xfrm>
            <a:off x="-424800" y="2657880"/>
            <a:ext cx="12582720" cy="282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91040" y="1233000"/>
            <a:ext cx="10461960" cy="57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nl-NL" sz="2600" spc="-60" strike="noStrike">
                <a:solidFill>
                  <a:srgbClr val="2494c5"/>
                </a:solidFill>
                <a:latin typeface="Verdana"/>
                <a:ea typeface="Verdana"/>
              </a:rPr>
              <a:t>Cypress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493200" y="1670400"/>
            <a:ext cx="10476720" cy="427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Platform om schermen te testen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Te gebruiken op elke website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Typescript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Installatie handleiding (https://docs.cypress.io/guides/getting-started/installing-cypress)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91040" y="1233000"/>
            <a:ext cx="10461960" cy="57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nl-NL" sz="2600" spc="-60" strike="noStrike">
                <a:solidFill>
                  <a:srgbClr val="2494c5"/>
                </a:solidFill>
                <a:latin typeface="Verdana"/>
                <a:ea typeface="Verdana"/>
              </a:rPr>
              <a:t>Cypress benodigede comando’s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495720" y="1899000"/>
            <a:ext cx="10476720" cy="427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Cy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cy.visit(‘www.google.nl’)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cy.get(‘&lt;html-veld-naam&gt;’)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type(‘de text’)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Click()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clear()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91040" y="1233000"/>
            <a:ext cx="10461960" cy="57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nl-NL" sz="2600" spc="-60" strike="noStrike">
                <a:solidFill>
                  <a:srgbClr val="2494c5"/>
                </a:solidFill>
                <a:latin typeface="Verdana"/>
                <a:ea typeface="Verdana"/>
              </a:rPr>
              <a:t>Cypress studio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495720" y="1899000"/>
            <a:ext cx="10476720" cy="427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https://docs.cypress.io/guides/references/cypress-studio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Test je scherm zonder code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Nog in beta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Verdana"/>
                <a:ea typeface="Verdana"/>
              </a:rPr>
              <a:t>Demo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54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7464600" y="1783800"/>
            <a:ext cx="4086720" cy="288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nl-NL" sz="5400" spc="-60" strike="noStrike">
                <a:solidFill>
                  <a:srgbClr val="ffffff"/>
                </a:solidFill>
                <a:latin typeface="Calibri Light"/>
              </a:rPr>
              <a:t>Vragen?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Freeform: Shape 9"/>
          <p:cNvSpPr/>
          <p:nvPr/>
        </p:nvSpPr>
        <p:spPr>
          <a:xfrm flipH="1" flipV="1">
            <a:off x="-720" y="0"/>
            <a:ext cx="7187400" cy="6857280"/>
          </a:xfrm>
          <a:custGeom>
            <a:avLst/>
            <a:gdLst>
              <a:gd name="textAreaLeft" fmla="*/ 360 w 7187400"/>
              <a:gd name="textAreaRight" fmla="*/ 7188480 w 7187400"/>
              <a:gd name="textAreaTop" fmla="*/ -360 h 6857280"/>
              <a:gd name="textAreaBottom" fmla="*/ 6857640 h 6857280"/>
            </a:gdLst>
            <a:ahLst/>
            <a:rect l="textAreaLeft" t="textAreaTop" r="textAreaRight" b="textAreaBottom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nl-NL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pic>
        <p:nvPicPr>
          <p:cNvPr id="164" name="Tijdelijke aanduiding voor inhoud 4" descr=""/>
          <p:cNvPicPr/>
          <p:nvPr/>
        </p:nvPicPr>
        <p:blipFill>
          <a:blip r:embed="rId1"/>
          <a:srcRect l="0" t="423" r="0" b="2002"/>
          <a:stretch/>
        </p:blipFill>
        <p:spPr>
          <a:xfrm>
            <a:off x="0" y="0"/>
            <a:ext cx="7027920" cy="685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91040" y="1233000"/>
            <a:ext cx="10461960" cy="57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nl-NL" sz="2600" spc="-60" strike="noStrike">
                <a:solidFill>
                  <a:srgbClr val="2494c5"/>
                </a:solidFill>
                <a:latin typeface="Verdana"/>
                <a:ea typeface="Verdana"/>
              </a:rPr>
              <a:t>Nu jullie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476280" y="1798560"/>
            <a:ext cx="10476720" cy="427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nl-NL" sz="2800" spc="-1" strike="noStrike">
                <a:solidFill>
                  <a:srgbClr val="000000"/>
                </a:solidFill>
                <a:latin typeface="Calibri"/>
              </a:rPr>
              <a:t>Ga naar de week 5 map en doe de opdracht(en)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Inhoud bullet">
  <a:themeElements>
    <a:clrScheme name="">
      <a:dk1>
        <a:srgbClr val="000000"/>
      </a:dk1>
      <a:lt1>
        <a:srgbClr val="ffffff"/>
      </a:lt1>
      <a:dk2>
        <a:srgbClr val="046f96"/>
      </a:dk2>
      <a:lt2>
        <a:srgbClr val="eeece1"/>
      </a:lt2>
      <a:accent1>
        <a:srgbClr val="046f96"/>
      </a:accent1>
      <a:accent2>
        <a:srgbClr val="9accd4"/>
      </a:accent2>
      <a:accent3>
        <a:srgbClr val="ffffff"/>
      </a:accent3>
      <a:accent4>
        <a:srgbClr val="000000"/>
      </a:accent4>
      <a:accent5>
        <a:srgbClr val="aabbc9"/>
      </a:accent5>
      <a:accent6>
        <a:srgbClr val="8bb9c0"/>
      </a:accent6>
      <a:hlink>
        <a:srgbClr val="ed8fbb"/>
      </a:hlink>
      <a:folHlink>
        <a:srgbClr val="90007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952</TotalTime>
  <Application>LibreOffice/7.5.0.3$Linux_X86_64 LibreOffice_project/50$Build-3</Application>
  <AppVersion>15.0000</AppVersion>
  <Words>177</Words>
  <Paragraphs>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2023-01-02T09:12:37Z</dcterms:created>
  <dc:creator>List F van der, Fedde</dc:creator>
  <dc:description/>
  <dc:language>en-US</dc:language>
  <cp:lastModifiedBy/>
  <dcterms:modified xsi:type="dcterms:W3CDTF">2023-02-27T11:16:45Z</dcterms:modified>
  <cp:revision>34</cp:revision>
  <dc:subject/>
  <dc:title>PowerPoint-presentatie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Breedbeeld</vt:lpwstr>
  </property>
  <property fmtid="{D5CDD505-2E9C-101B-9397-08002B2CF9AE}" pid="4" name="Slides">
    <vt:i4>12</vt:i4>
  </property>
</Properties>
</file>
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9"/>
  </p:notesMasterIdLst>
  <p:sldIdLst>
    <p:sldId id="256" r:id="rId4"/>
    <p:sldId id="257" r:id="rId5"/>
    <p:sldId id="258" r:id="rId6"/>
    <p:sldId id="262" r:id="rId7"/>
    <p:sldId id="259" r:id="rId8"/>
    <p:sldId id="263" r:id="rId9"/>
    <p:sldId id="264" r:id="rId10"/>
    <p:sldId id="267" r:id="rId11"/>
    <p:sldId id="268" r:id="rId12"/>
    <p:sldId id="270" r:id="rId13"/>
    <p:sldId id="269" r:id="rId14"/>
    <p:sldId id="265" r:id="rId15"/>
    <p:sldId id="266" r:id="rId16"/>
    <p:sldId id="271" r:id="rId17"/>
    <p:sldId id="261" r:id="rId18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 autoAdjust="0"/>
    <p:restoredTop sz="94624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1E579-9A39-400A-B08B-F1F73EEB66DF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5BF35-4B5E-4720-A483-898C01EB919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3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NL" altLang="nl-NL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224A06-FA55-4012-B5C0-6C70D8251C00}" type="slidenum">
              <a:rPr lang="nl-NL" smtClean="0"/>
              <a:pPr>
                <a:defRPr/>
              </a:pPr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9504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448593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64483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298803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943475" y="3155950"/>
            <a:ext cx="1666875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62750" y="3155950"/>
            <a:ext cx="1668463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11467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9011972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464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920980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372785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66051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349597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556500" y="2500313"/>
            <a:ext cx="874713" cy="371475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929188" y="2500313"/>
            <a:ext cx="2474912" cy="371475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59815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orbl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 descr="Foto_1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hpKleurvlak"/>
          <p:cNvSpPr>
            <a:spLocks noChangeArrowheads="1"/>
          </p:cNvSpPr>
          <p:nvPr userDrawn="1"/>
        </p:nvSpPr>
        <p:spPr bwMode="auto">
          <a:xfrm>
            <a:off x="4572000" y="0"/>
            <a:ext cx="4572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pic>
        <p:nvPicPr>
          <p:cNvPr id="4" name="Picture 14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024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JongenLaptop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81525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pKleurvlak"/>
          <p:cNvSpPr>
            <a:spLocks noChangeArrowheads="1"/>
          </p:cNvSpPr>
          <p:nvPr userDrawn="1"/>
        </p:nvSpPr>
        <p:spPr bwMode="auto">
          <a:xfrm>
            <a:off x="4572000" y="0"/>
            <a:ext cx="4572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/>
          </a:p>
        </p:txBody>
      </p:sp>
      <p:pic>
        <p:nvPicPr>
          <p:cNvPr id="6" name="Picture 12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24428" y="2474907"/>
            <a:ext cx="3600476" cy="94139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/>
              <a:defRPr sz="26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08552" y="3513150"/>
            <a:ext cx="3643338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tabLst/>
              <a:defRPr sz="18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0"/>
          </p:nvPr>
        </p:nvSpPr>
        <p:spPr>
          <a:xfrm>
            <a:off x="4929188" y="6380163"/>
            <a:ext cx="3714750" cy="3635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4149475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oudsopgave let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err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81525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pKleurvlak"/>
          <p:cNvSpPr>
            <a:spLocks noChangeArrowheads="1"/>
          </p:cNvSpPr>
          <p:nvPr userDrawn="1"/>
        </p:nvSpPr>
        <p:spPr bwMode="auto">
          <a:xfrm>
            <a:off x="4572000" y="0"/>
            <a:ext cx="4572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/>
          </a:p>
        </p:txBody>
      </p:sp>
      <p:pic>
        <p:nvPicPr>
          <p:cNvPr id="6" name="Picture 11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2"/>
          </p:nvPr>
        </p:nvSpPr>
        <p:spPr>
          <a:xfrm>
            <a:off x="4929211" y="2500307"/>
            <a:ext cx="3500441" cy="5715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600"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43045" y="3157103"/>
            <a:ext cx="3486607" cy="3057979"/>
          </a:xfrm>
          <a:prstGeom prst="rect">
            <a:avLst/>
          </a:prstGeom>
        </p:spPr>
        <p:txBody>
          <a:bodyPr/>
          <a:lstStyle>
            <a:lvl1pPr marL="234950" indent="-234950">
              <a:buFont typeface="+mj-lt"/>
              <a:buAutoNum type="alphaLcPeriod"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4"/>
          </p:nvPr>
        </p:nvSpPr>
        <p:spPr>
          <a:xfrm>
            <a:off x="4929188" y="6380163"/>
            <a:ext cx="3714750" cy="3635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6046521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1 tekstbl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pKleurvlakOnder"/>
          <p:cNvSpPr>
            <a:spLocks noChangeArrowheads="1"/>
          </p:cNvSpPr>
          <p:nvPr userDrawn="1"/>
        </p:nvSpPr>
        <p:spPr bwMode="auto">
          <a:xfrm>
            <a:off x="0" y="6318250"/>
            <a:ext cx="9144000" cy="53975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5" name="shpTekst"/>
          <p:cNvSpPr>
            <a:spLocks noChangeArrowheads="1"/>
          </p:cNvSpPr>
          <p:nvPr userDrawn="1"/>
        </p:nvSpPr>
        <p:spPr bwMode="auto">
          <a:xfrm>
            <a:off x="0" y="0"/>
            <a:ext cx="9144000" cy="1071563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pic>
        <p:nvPicPr>
          <p:cNvPr id="6" name="shpDatum" descr="RO__vervolgpagina~LPP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8300" y="1233039"/>
            <a:ext cx="7847038" cy="57150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600" spc="-60" baseline="0">
                <a:solidFill>
                  <a:srgbClr val="2494C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3" name="Tijdelijke aanduiding voor inhoud 2"/>
          <p:cNvSpPr>
            <a:spLocks noGrp="1"/>
          </p:cNvSpPr>
          <p:nvPr>
            <p:ph idx="1"/>
          </p:nvPr>
        </p:nvSpPr>
        <p:spPr>
          <a:xfrm>
            <a:off x="369858" y="1798626"/>
            <a:ext cx="7858180" cy="4273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179388" indent="-179388">
              <a:buFont typeface="Arial" pitchFamily="34" charset="0"/>
              <a:buChar char="•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396000" indent="-252000">
              <a:buFontTx/>
              <a:buBlip>
                <a:blip r:embed="rId3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539750" indent="-144000">
              <a:buSzPct val="100000"/>
              <a:buFontTx/>
              <a:buBlip>
                <a:blip r:embed="rId4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shpTitel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  <p:sp>
        <p:nvSpPr>
          <p:cNvPr id="8" name="shpKleurvlakBoven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  <p:sp>
        <p:nvSpPr>
          <p:cNvPr id="9" name="shpBeeldmerk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4F0AE-21D7-4A6C-ABCA-006413C10275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6429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36C07-7E76-46D3-B86B-6AF7C60E533E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96D49-DAE3-40DE-93E0-41688E0A5016}" type="slidenum">
              <a:rPr lang="nl-NL" smtClean="0"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pKleurvlak"/>
          <p:cNvSpPr>
            <a:spLocks noChangeArrowheads="1"/>
          </p:cNvSpPr>
          <p:nvPr userDrawn="1"/>
        </p:nvSpPr>
        <p:spPr bwMode="auto">
          <a:xfrm>
            <a:off x="4572000" y="0"/>
            <a:ext cx="4572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181253" name="shpDatum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29188" y="6380163"/>
            <a:ext cx="37147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>
                <a:cs typeface="Arial" charset="0"/>
              </a:rPr>
              <a:t>Afdelingsoverleg Projectmanagement 16-02-2016</a:t>
            </a:r>
          </a:p>
        </p:txBody>
      </p:sp>
      <p:sp>
        <p:nvSpPr>
          <p:cNvPr id="3076" name="shpTitel"/>
          <p:cNvSpPr>
            <a:spLocks noGrp="1" noChangeArrowheads="1"/>
          </p:cNvSpPr>
          <p:nvPr>
            <p:ph type="title"/>
          </p:nvPr>
        </p:nvSpPr>
        <p:spPr bwMode="auto">
          <a:xfrm>
            <a:off x="4929188" y="2500313"/>
            <a:ext cx="350202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te bewerken</a:t>
            </a:r>
          </a:p>
        </p:txBody>
      </p:sp>
      <p:sp>
        <p:nvSpPr>
          <p:cNvPr id="3077" name="shpTekst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43475" y="3155950"/>
            <a:ext cx="3487738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</p:txBody>
      </p:sp>
      <p:pic>
        <p:nvPicPr>
          <p:cNvPr id="3078" name="Picture 11" descr="DUO pand 5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8" descr="Logo_Powerpoint_diap_nl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8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9pPr>
    </p:titleStyle>
    <p:bodyStyle>
      <a:lvl1pPr marL="241300" indent="-241300" algn="l" rtl="0" eaLnBrk="0" fontAlgn="base" hangingPunct="0">
        <a:spcBef>
          <a:spcPct val="0"/>
        </a:spcBef>
        <a:spcAft>
          <a:spcPct val="0"/>
        </a:spcAft>
        <a:buSzPct val="80000"/>
        <a:buChar char="•"/>
        <a:defRPr>
          <a:solidFill>
            <a:srgbClr val="FFFFFF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5"/>
        </a:buBlip>
        <a:defRPr>
          <a:solidFill>
            <a:srgbClr val="FFFFFF"/>
          </a:solidFill>
          <a:latin typeface="+mn-lt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6"/>
        </a:buBlip>
        <a:defRPr>
          <a:solidFill>
            <a:srgbClr val="FFFFFF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7"/>
        </a:buBlip>
        <a:defRPr>
          <a:solidFill>
            <a:srgbClr val="FFFFFF"/>
          </a:solidFill>
          <a:latin typeface="+mn-lt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Voettekst"/>
          <p:cNvSpPr>
            <a:spLocks noGrp="1" noChangeArrowheads="1"/>
          </p:cNvSpPr>
          <p:nvPr>
            <p:ph type="title"/>
          </p:nvPr>
        </p:nvSpPr>
        <p:spPr bwMode="auto">
          <a:xfrm>
            <a:off x="366713" y="1233488"/>
            <a:ext cx="81692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te bewerken</a:t>
            </a:r>
          </a:p>
        </p:txBody>
      </p:sp>
      <p:sp>
        <p:nvSpPr>
          <p:cNvPr id="4099" name="shpPagina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1798638"/>
            <a:ext cx="8169275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</p:txBody>
      </p:sp>
      <p:sp>
        <p:nvSpPr>
          <p:cNvPr id="11" name="shpTitel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483100" y="6538913"/>
            <a:ext cx="4156075" cy="3159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>
                <a:latin typeface="Verdana" pitchFamily="34" charset="0"/>
                <a:cs typeface="Arial" charset="0"/>
              </a:rPr>
              <a:t>Afdelingsoverleg Projectmanagement 16-02-2016</a:t>
            </a:r>
          </a:p>
        </p:txBody>
      </p:sp>
      <p:sp>
        <p:nvSpPr>
          <p:cNvPr id="12" name="shpKleurvlakBoven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6750" y="6369050"/>
            <a:ext cx="4164013" cy="2841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altLang="nl-NL">
              <a:latin typeface="Verdana" pitchFamily="34" charset="0"/>
              <a:cs typeface="Arial" charset="0"/>
            </a:endParaRPr>
          </a:p>
        </p:txBody>
      </p:sp>
      <p:sp>
        <p:nvSpPr>
          <p:cNvPr id="13" name="shpBeeldmerk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7350" y="6362700"/>
            <a:ext cx="712788" cy="3635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DABD456-CC95-4B3E-A9EF-A455EB01A5C5}" type="slidenum">
              <a:rPr lang="nl-NL">
                <a:latin typeface="Verdana" pitchFamily="34" charset="0"/>
                <a:cs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‹nr.›</a:t>
            </a:fld>
            <a:endParaRPr lang="nl-NL"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2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kern="1200">
          <a:solidFill>
            <a:srgbClr val="CC003D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rgbClr val="000000"/>
          </a:solidFill>
          <a:latin typeface="Arial" charset="0"/>
          <a:ea typeface="+mn-ea"/>
          <a:cs typeface="+mn-cs"/>
        </a:defRPr>
      </a:lvl1pPr>
      <a:lvl2pPr marL="152400" indent="-150813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6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2pPr>
      <a:lvl3pPr marL="406400" indent="-252413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3pPr>
      <a:lvl4pPr marL="633413" indent="-225425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4pPr>
      <a:lvl5pPr marL="811213" indent="-1762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787900" y="2924175"/>
            <a:ext cx="4356100" cy="1296913"/>
          </a:xfrm>
        </p:spPr>
        <p:txBody>
          <a:bodyPr/>
          <a:lstStyle/>
          <a:p>
            <a:br>
              <a:rPr lang="nl-NL" altLang="nl-NL" sz="2200" dirty="0"/>
            </a:br>
            <a:br>
              <a:rPr lang="nl-NL" altLang="nl-NL" sz="2200"/>
            </a:br>
            <a:r>
              <a:rPr lang="nl-NL" altLang="nl-NL" sz="2200"/>
              <a:t>Workshop week 1</a:t>
            </a:r>
            <a:br>
              <a:rPr lang="nl-NL" altLang="nl-NL" sz="2200" dirty="0"/>
            </a:br>
            <a:br>
              <a:rPr lang="nl-NL" altLang="nl-NL" sz="2200" dirty="0"/>
            </a:br>
            <a:br>
              <a:rPr lang="nl-NL" altLang="nl-NL" sz="1400" dirty="0"/>
            </a:br>
            <a:r>
              <a:rPr lang="nl-NL" altLang="nl-NL" sz="1400" dirty="0"/>
              <a:t>Door: Fedde van der List</a:t>
            </a:r>
          </a:p>
        </p:txBody>
      </p:sp>
    </p:spTree>
    <p:extLst>
      <p:ext uri="{BB962C8B-B14F-4D97-AF65-F5344CB8AC3E}">
        <p14:creationId xmlns:p14="http://schemas.microsoft.com/office/powerpoint/2010/main" val="24527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onderwerpen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Introductie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Over duo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Wat doe 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workshops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Basis over testen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Inrichten werkomgeving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856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Wie ben 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279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doet duo?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69858" y="1798626"/>
            <a:ext cx="4994230" cy="427358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nl-NL" dirty="0"/>
              <a:t>Studiefinanciering en tegemoetkomingen</a:t>
            </a:r>
            <a:br>
              <a:rPr lang="nl-NL" dirty="0"/>
            </a:br>
            <a:r>
              <a:rPr lang="nl-NL" dirty="0"/>
              <a:t>Innen lesgeld en studieschulden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Leningen en vergoedingen voor inburgeraars</a:t>
            </a:r>
          </a:p>
          <a:p>
            <a:pPr marL="342900" indent="-342900">
              <a:buAutoNum type="arabicPeriod"/>
            </a:pPr>
            <a:r>
              <a:rPr lang="nl-NL" dirty="0"/>
              <a:t>Onderwijsinstellingen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Staats- en inburgeringsexamens, centraal examen vo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Regie proces WFT-examen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Verzamelen en beheren van onderwijsgegevens in registers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Verrijken van onderwijsgegevens tot informatieproducten</a:t>
            </a:r>
          </a:p>
          <a:p>
            <a:pPr marL="342900" indent="-342900">
              <a:buFont typeface="Arial" charset="0"/>
              <a:buAutoNum type="arabicPeriod"/>
            </a:pPr>
            <a:r>
              <a:rPr lang="nl-NL" dirty="0"/>
              <a:t>Erkennen van diploma’s, Beheer Diplomaregister, Nationaal Europass Centrum in Nederland 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1026" name="Picture 2" descr="\\fileserver\homedrivesw7\in653lis\Pictures\captures\2020-10-19 08_53_19-Corporate_DUO_2019_def2.pptx - Microsoft PowerPoi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060848"/>
            <a:ext cx="3742844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42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kun je allemaal bij DUO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1026" name="Picture 2" descr="\\fileserver\homedrivesw7\in653lis\Downloads\kahoot\what-do-i-choose-too-many-optio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88840"/>
            <a:ext cx="526732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6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Wat zijn mijn werkzaamheden?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dirty="0"/>
              <a:t>Facet </a:t>
            </a:r>
            <a:r>
              <a:rPr lang="nl-NL"/>
              <a:t>(examens)</a:t>
            </a:r>
            <a:endParaRPr lang="nl-NL" dirty="0"/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Software testen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Security checks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Digitale toegankelijkheid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 err="1"/>
              <a:t>Competence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security</a:t>
            </a:r>
          </a:p>
          <a:p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289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mogelijkheden voor jullie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dirty="0"/>
              <a:t>Stage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Werken bij duo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Opleidingsmogelijkheden</a:t>
            </a:r>
          </a:p>
        </p:txBody>
      </p:sp>
    </p:spTree>
    <p:extLst>
      <p:ext uri="{BB962C8B-B14F-4D97-AF65-F5344CB8AC3E}">
        <p14:creationId xmlns:p14="http://schemas.microsoft.com/office/powerpoint/2010/main" val="1828436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E2589-6E49-4273-9611-7BCDC1D1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inhoud</a:t>
            </a:r>
            <a:r>
              <a:rPr lang="en-US" dirty="0"/>
              <a:t> van </a:t>
            </a:r>
            <a:r>
              <a:rPr lang="en-US" dirty="0" err="1"/>
              <a:t>jullie</a:t>
            </a:r>
            <a:r>
              <a:rPr lang="en-US" dirty="0"/>
              <a:t> lessen</a:t>
            </a:r>
            <a:endParaRPr lang="nl-N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994237-EB46-4AEE-95DF-0C0D07989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1520" y="2035009"/>
            <a:ext cx="6794430" cy="343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nl-NL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1: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nl-NL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Introductie testen en voorbereiden voor praktijk opdrachtjes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nl-NL" altLang="nl-NL" sz="14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nl-NL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2: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nl-NL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Introductie unit </a:t>
            </a:r>
            <a:r>
              <a:rPr kumimoji="0" lang="nl-NL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testing</a:t>
            </a:r>
            <a:r>
              <a:rPr kumimoji="0" lang="nl-NL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met praktijk voorbeelden en opdrachten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nl-NL" altLang="nl-NL" sz="14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3: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API testing, Postman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feature files (intro test containers)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nl-NL" sz="14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4: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API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testen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met Cucumber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test containers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nl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5: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Frontend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testen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Cypress/Selenium/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Serentiy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(JavaScript/Python/Java)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nl-NL" sz="14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nl-NL" sz="1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Workshop 6: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Afronding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(met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misschien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‘Capture the flag’ </a:t>
            </a:r>
            <a:r>
              <a:rPr kumimoji="0" lang="en-US" altLang="nl-NL" sz="1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uitdaging</a:t>
            </a:r>
            <a:r>
              <a:rPr kumimoji="0" lang="en-US" altLang="nl-NL" sz="1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r>
              <a:rPr kumimoji="0" lang="en-US" altLang="nl-N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nl-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6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02782-8984-4338-83B0-C821D45E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 tot de test piramide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419E8E24-EA6C-4786-B3B3-C81B616B5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90" y="1798638"/>
            <a:ext cx="4835120" cy="4273550"/>
          </a:xfrm>
        </p:spPr>
      </p:pic>
    </p:spTree>
    <p:extLst>
      <p:ext uri="{BB962C8B-B14F-4D97-AF65-F5344CB8AC3E}">
        <p14:creationId xmlns:p14="http://schemas.microsoft.com/office/powerpoint/2010/main" val="162233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E8472-0265-403E-B3EA-ECC0DC47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Testen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mindset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234AB9-9C7D-420E-AF1A-9D602BE9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Denken</a:t>
            </a:r>
            <a:r>
              <a:rPr lang="en-US" dirty="0"/>
              <a:t> </a:t>
            </a:r>
            <a:r>
              <a:rPr lang="en-US" dirty="0" err="1"/>
              <a:t>vanuit</a:t>
            </a:r>
            <a:r>
              <a:rPr lang="en-US" dirty="0"/>
              <a:t> de </a:t>
            </a:r>
            <a:r>
              <a:rPr lang="en-US" dirty="0" err="1"/>
              <a:t>gebruiker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Denken</a:t>
            </a:r>
            <a:r>
              <a:rPr lang="en-US" dirty="0"/>
              <a:t> </a:t>
            </a:r>
            <a:r>
              <a:rPr lang="en-US" dirty="0" err="1"/>
              <a:t>vanuit</a:t>
            </a:r>
            <a:r>
              <a:rPr lang="en-US" dirty="0"/>
              <a:t> de </a:t>
            </a:r>
            <a:r>
              <a:rPr lang="en-US" dirty="0" err="1"/>
              <a:t>ontwikkelaar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Denken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hacker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F08FBF9-127B-4091-854D-9E490DA3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704452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7BB13-A4A8-4C70-841C-5D13D62D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certificeringen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A0A271-9F4A-4A60-B3C1-9D11B5A53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   1. </a:t>
            </a:r>
            <a:r>
              <a:rPr lang="nl-NL" dirty="0" err="1"/>
              <a:t>Certified</a:t>
            </a:r>
            <a:r>
              <a:rPr lang="nl-NL" dirty="0"/>
              <a:t> </a:t>
            </a:r>
            <a:r>
              <a:rPr lang="nl-NL" dirty="0" err="1"/>
              <a:t>Associate</a:t>
            </a:r>
            <a:r>
              <a:rPr lang="nl-NL" dirty="0"/>
              <a:t> in Software </a:t>
            </a:r>
            <a:r>
              <a:rPr lang="nl-NL" dirty="0" err="1"/>
              <a:t>Testing</a:t>
            </a:r>
            <a:r>
              <a:rPr lang="nl-NL" dirty="0"/>
              <a:t> (CAST)</a:t>
            </a:r>
          </a:p>
          <a:p>
            <a:r>
              <a:rPr lang="nl-NL" dirty="0"/>
              <a:t>    2. </a:t>
            </a:r>
            <a:r>
              <a:rPr lang="nl-NL" dirty="0" err="1"/>
              <a:t>Certified</a:t>
            </a:r>
            <a:r>
              <a:rPr lang="nl-NL" dirty="0"/>
              <a:t> Software Tester (CSTE)</a:t>
            </a:r>
          </a:p>
          <a:p>
            <a:r>
              <a:rPr lang="nl-NL" dirty="0"/>
              <a:t>    3. </a:t>
            </a:r>
            <a:r>
              <a:rPr lang="nl-NL" dirty="0" err="1"/>
              <a:t>Certified</a:t>
            </a:r>
            <a:r>
              <a:rPr lang="nl-NL" dirty="0"/>
              <a:t> Manager of Software </a:t>
            </a:r>
            <a:r>
              <a:rPr lang="nl-NL" dirty="0" err="1"/>
              <a:t>Testing</a:t>
            </a:r>
            <a:r>
              <a:rPr lang="nl-NL" dirty="0"/>
              <a:t> (CMST)</a:t>
            </a:r>
          </a:p>
          <a:p>
            <a:r>
              <a:rPr lang="nl-NL" dirty="0"/>
              <a:t>    4. ISTQB Foundation Level (CTFL)</a:t>
            </a:r>
          </a:p>
          <a:p>
            <a:r>
              <a:rPr lang="nl-NL" dirty="0"/>
              <a:t>    5. ISTQB Agile Tester </a:t>
            </a:r>
            <a:r>
              <a:rPr lang="nl-NL" dirty="0" err="1"/>
              <a:t>Certification</a:t>
            </a:r>
            <a:endParaRPr lang="nl-NL" dirty="0"/>
          </a:p>
          <a:p>
            <a:r>
              <a:rPr lang="nl-NL" dirty="0"/>
              <a:t>    6. ISTQB Advanced Level Test </a:t>
            </a:r>
            <a:r>
              <a:rPr lang="nl-NL" dirty="0" err="1"/>
              <a:t>Analyst</a:t>
            </a:r>
            <a:endParaRPr lang="nl-NL" dirty="0"/>
          </a:p>
          <a:p>
            <a:r>
              <a:rPr lang="nl-NL" dirty="0"/>
              <a:t>    7. Advanced Level Security Tester</a:t>
            </a:r>
          </a:p>
          <a:p>
            <a:r>
              <a:rPr lang="nl-NL" dirty="0"/>
              <a:t>    8. Advanced Level Agile Technical Tester</a:t>
            </a:r>
          </a:p>
        </p:txBody>
      </p:sp>
    </p:spTree>
    <p:extLst>
      <p:ext uri="{BB962C8B-B14F-4D97-AF65-F5344CB8AC3E}">
        <p14:creationId xmlns:p14="http://schemas.microsoft.com/office/powerpoint/2010/main" val="842619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B6131-3932-4822-A822-2C199532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Installeren</a:t>
            </a:r>
            <a:r>
              <a:rPr lang="en-US" dirty="0"/>
              <a:t> software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1222C9E-B110-4C7E-B71F-00A36AB2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IntelliJ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optioneel</a:t>
            </a:r>
            <a:r>
              <a:rPr lang="en-US" dirty="0"/>
              <a:t>) Maven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3570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610FA9-CF1D-4704-95F0-3254DD5F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Jira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A23072-289C-49FA-A981-6B73AFD1A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Scrum/agile </a:t>
            </a:r>
            <a:r>
              <a:rPr lang="en-US" dirty="0" err="1"/>
              <a:t>werken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Devops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8130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D1B56-B861-41E8-A274-9310B24E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Monkey testing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CC927-8129-4215-90E5-515F6AD03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Kijken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websites die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/>
              <a:t>gebruiken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676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 en meer…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781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houd bullet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Inhoud bulle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nhoud bullet 1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24C2B0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20B09F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2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8AE8B"/>
        </a:accent1>
        <a:accent2>
          <a:srgbClr val="2494C5"/>
        </a:accent2>
        <a:accent3>
          <a:srgbClr val="FFFFFF"/>
        </a:accent3>
        <a:accent4>
          <a:srgbClr val="000000"/>
        </a:accent4>
        <a:accent5>
          <a:srgbClr val="B4D3C4"/>
        </a:accent5>
        <a:accent6>
          <a:srgbClr val="2086B2"/>
        </a:accent6>
        <a:hlink>
          <a:srgbClr val="9ACCD4"/>
        </a:hlink>
        <a:folHlink>
          <a:srgbClr val="A100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3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58AE8B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4F9D7D"/>
        </a:accent6>
        <a:hlink>
          <a:srgbClr val="2494C5"/>
        </a:hlink>
        <a:folHlink>
          <a:srgbClr val="9ACC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Standaardontwerp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1_Standaardontwerp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 kolommen 1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24C2B0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20B09F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 kolommen 2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8AE8B"/>
        </a:accent1>
        <a:accent2>
          <a:srgbClr val="2494C5"/>
        </a:accent2>
        <a:accent3>
          <a:srgbClr val="FFFFFF"/>
        </a:accent3>
        <a:accent4>
          <a:srgbClr val="000000"/>
        </a:accent4>
        <a:accent5>
          <a:srgbClr val="B4D3C4"/>
        </a:accent5>
        <a:accent6>
          <a:srgbClr val="2086B2"/>
        </a:accent6>
        <a:hlink>
          <a:srgbClr val="9ACCD4"/>
        </a:hlink>
        <a:folHlink>
          <a:srgbClr val="A100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 kolommen 3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58AE8B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4F9D7D"/>
        </a:accent6>
        <a:hlink>
          <a:srgbClr val="2494C5"/>
        </a:hlink>
        <a:folHlink>
          <a:srgbClr val="9ACC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15488</TotalTime>
  <Words>327</Words>
  <Application>Microsoft Office PowerPoint</Application>
  <PresentationFormat>Diavoorstelling (4:3)</PresentationFormat>
  <Paragraphs>93</Paragraphs>
  <Slides>15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3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Arial</vt:lpstr>
      <vt:lpstr>Calibri</vt:lpstr>
      <vt:lpstr>Verdana</vt:lpstr>
      <vt:lpstr>Office-thema</vt:lpstr>
      <vt:lpstr>Inhoud bullet</vt:lpstr>
      <vt:lpstr>1_Standaardontwerp</vt:lpstr>
      <vt:lpstr>  Workshop week 1   Door: Fedde van der List</vt:lpstr>
      <vt:lpstr>De onderwerpen</vt:lpstr>
      <vt:lpstr>Introductie</vt:lpstr>
      <vt:lpstr>Wat doet duo?</vt:lpstr>
      <vt:lpstr>Wat kun je allemaal bij DUO</vt:lpstr>
      <vt:lpstr>Wat zijn mijn werkzaamheden?</vt:lpstr>
      <vt:lpstr>De mogelijkheden voor jullie</vt:lpstr>
      <vt:lpstr>De inhoud van jullie lessen</vt:lpstr>
      <vt:lpstr>Intro tot de test piramide</vt:lpstr>
      <vt:lpstr>Testen is een mindset</vt:lpstr>
      <vt:lpstr>Verschillende certificeringen</vt:lpstr>
      <vt:lpstr>Installeren software</vt:lpstr>
      <vt:lpstr>Jira</vt:lpstr>
      <vt:lpstr>Monkey testing</vt:lpstr>
      <vt:lpstr>Vragen en meer…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Werken bij DUO   Door: Fedde van der List</dc:title>
  <dc:creator>List, Fedde van der</dc:creator>
  <cp:lastModifiedBy>List F van der, Fedde</cp:lastModifiedBy>
  <cp:revision>23</cp:revision>
  <dcterms:created xsi:type="dcterms:W3CDTF">2020-08-18T06:16:28Z</dcterms:created>
  <dcterms:modified xsi:type="dcterms:W3CDTF">2023-01-02T07:48:20Z</dcterms:modified>
</cp:coreProperties>
</file>